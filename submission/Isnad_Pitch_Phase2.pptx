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Isnad, Theme 4. Two-person team from PSUT in Amman. One line: a replaced SIM should start a check, not end a customer relationship.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 is cheap and wrong. It pays for fraud twice: once in the loss, once in the customers it insults on their way to a competitor.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asset that has become more valuable, not less, as generative models improved.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name is not decoration. It describes the data structure the engine actually produces.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requirement judges score hardest. The boundary is visible in the product, not just claimed in a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with a working adapter. Four exercised against Nokia's hosted simulator on 6 September; the rest against the sandbox on 30 August. All recorded, failures included.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49-vs-78 figure is the business case: at pennies per call against thin COD margins, a run-everything pipeline does not survive contact with a real merchant.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unit economics are why the agent budgets at all. That is the product decision, not an implementation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before a judge finds it. An engine whose entire argument is provenance does not get to be vague about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name. Then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5B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إسناد</a:t>
            </a:r>
            <a:pPr indent="0" marL="0">
              <a:buNone/>
            </a:pPr>
            <a:r>
              <a:rPr lang="en-US" sz="40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Isnad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31720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replaced SIM should start a check,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4436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AB5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end a customer relationship.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94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trust engine on GSMA Open Gateway CAMARA APIs and the Nokia Network-as-Code platform.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937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Ahmad Shadeed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Yousef Al Masri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 Sumaya University for Technology, Amman, Jordan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AAB5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MENA IGNITE HACKATHON 2026  ·  THEME 4 — SECURE FINTECH, PAYMENTS &amp; ANTI-FRAUD  ·  PROTOTYPE PHASE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B886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DEFENCE THAT COSTS MORE THAN THE FRAUD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“SIM changed recently → decline.”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603504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5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on delivery is most of MENA e-commerce</a:t>
            </a:r>
            <a:endParaRPr lang="en-US" sz="1450" dirty="0"/>
          </a:p>
          <a:p>
            <a:pPr marL="342900" indent="-342900">
              <a:lnSpc>
                <a:spcPts val="225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fake order costs a real van, a real driver, a real tank of fuel</a:t>
            </a:r>
            <a:endParaRPr lang="en-US" sz="1450" dirty="0"/>
          </a:p>
          <a:p>
            <a:pPr marL="342900" indent="-342900">
              <a:lnSpc>
                <a:spcPts val="225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wrongly declined one costs the same — plus the customer</a:t>
            </a:r>
            <a:endParaRPr lang="en-US" sz="1450" dirty="0"/>
          </a:p>
          <a:p>
            <a:pPr marL="342900" indent="-342900">
              <a:lnSpc>
                <a:spcPts val="225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who replace a SIM simply lost a phone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040880" y="2011680"/>
            <a:ext cx="4480560" cy="3017520"/>
          </a:xfrm>
          <a:prstGeom prst="roundRect">
            <a:avLst>
              <a:gd name="adj" fmla="val 2727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0" y="22860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signal is real.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verdict is the mistake.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3200400"/>
            <a:ext cx="3931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recent SIM change is exactly what an account takeover looks like. It is also exactly what losing your phone looks like. A rule cannot tell them apart, because it never asks a second question.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ISNAD  ·  THEME 4  ·  THE PROBLEM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 AI broke every soft proof that someone is genuine.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3591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9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Deepfakes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72491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liveness and face checks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214884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432" y="23591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9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clones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272491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defeat call-centre verification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214884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02752" y="23591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9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OTPs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272491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phishable, and add friction for honest customers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886200"/>
            <a:ext cx="10881360" cy="1691640"/>
          </a:xfrm>
          <a:prstGeom prst="roundRect">
            <a:avLst>
              <a:gd name="adj" fmla="val 4865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4114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a model still cannot fake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4805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 SIM, in radio range of a physical cell tower, with years of accumulated history behind it. That truth lives inside operator networks — and CAMARA is the first time it has been programmable by anyone outside them.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AAB5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ISNAD  ·  THEME 4  ·  WHY NOW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B886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ISNAD · إسناد · THE CHAIN OF TRANSMISSION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a report by scrutinising every link that carried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505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163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 VERIFICATION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2587752" y="267004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889504" y="224028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72384" y="24505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072384" y="28163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 SWAP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837176" y="267004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38928" y="224028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21808" y="24505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28163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SWAP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267004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88352" y="224028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71232" y="24505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571232" y="28163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 VERIFY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9336024" y="267004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637776" y="224028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820656" y="24505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820656" y="28163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ROAMING · RECYCLING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9319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is literal. Isnad is the classical chain of transmission — the method used for over a thousand years to judge whether a report could be trusted, by examining every link that carried it. Every verdict reproduces that structure: each link a specific CAMARA call, each shown with its own provenance.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72400" y="3931920"/>
            <a:ext cx="3749040" cy="1417320"/>
          </a:xfrm>
          <a:prstGeom prst="roundRect">
            <a:avLst>
              <a:gd name="adj" fmla="val 5806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0" y="4206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internet never got its isnad.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verdict this engine issues is one.”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ISNAD  ·  THEME 4  ·  THE SOLUTION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MANDATORY AI AGENT LAYER — OBSERVED 7 SEPTEMBER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chooses what to buy. Policy decides what it means.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676656"/>
          </a:xfrm>
          <a:prstGeom prst="roundRect">
            <a:avLst>
              <a:gd name="adj" fmla="val 12162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2037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Swap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4871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224942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“Checking for a recent SIM swap provides the highest relevant information value…”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89504"/>
            <a:ext cx="10881360" cy="676656"/>
          </a:xfrm>
          <a:prstGeom prst="roundRect">
            <a:avLst>
              <a:gd name="adj" fmla="val 12162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96112" y="29900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Swap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6D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03580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“corroborate before this signal alone can decline”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75888"/>
            <a:ext cx="10881360" cy="676656"/>
          </a:xfrm>
          <a:prstGeom prst="roundRect">
            <a:avLst>
              <a:gd name="adj" fmla="val 12162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7764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05993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8221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“None of the remaining affordable actions are relevant…”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62272"/>
            <a:ext cx="10881360" cy="676656"/>
          </a:xfrm>
          <a:prstGeom prst="roundRect">
            <a:avLst>
              <a:gd name="adj" fmla="val 12162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628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Verification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846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6D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460857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“cheapest step that could resolve the doubt”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394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opened with one adverse signal. Policy would not let one signal carry a decline. The model then said stop — and policy overruled it. Neither can do the other's job, and the trace names which is speaking.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AAB5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RECORDED AT docs/nac/observations/2026-09-07-gemini-judge-run.json  ·  GOOGLE AI STUDIO (GEMINI), NO AGENT FRAMEWORK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B886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GATEWAY INTEGRATION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CAMARA APIs, chosen at run time.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one of them is wired to a button. The agent selects each evidence call from the hypothesis, the evidence so far, and the budget it has left.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208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CAMARA API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0208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IN THE EVIDENCE CHAIN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732520" y="202082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509760" y="202082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RECORDED AGAINST NOKIA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2295144"/>
            <a:ext cx="11100816" cy="402336"/>
          </a:xfrm>
          <a:prstGeom prst="rect">
            <a:avLst/>
          </a:prstGeom>
          <a:solidFill>
            <a:srgbClr val="F4F6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317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Verification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33172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the number belongs to this device. Replaces the OTP.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732520" y="233172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0" y="23317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7340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Swap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73405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account-takeover signal.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732520" y="27340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0" y="273405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A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Hosted simulator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0352" y="3099816"/>
            <a:ext cx="11100816" cy="402336"/>
          </a:xfrm>
          <a:prstGeom prst="rect">
            <a:avLst/>
          </a:prstGeom>
          <a:solidFill>
            <a:srgbClr val="F4F6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1363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Swap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313639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mule-phone signal, and the corroborator that saves customers.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13639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313639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A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Hosted simulator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5387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Verification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3538728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against a claim. Never a coordinate.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32520" y="353872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353872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30352" y="3904488"/>
            <a:ext cx="11100816" cy="402336"/>
          </a:xfrm>
          <a:prstGeom prst="rect">
            <a:avLst/>
          </a:prstGeom>
          <a:solidFill>
            <a:srgbClr val="F4F6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394106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Reachability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3474720" y="39410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Bot-farm and burner patterns.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94106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0" y="39410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43434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Roaming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3474720" y="434340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travel; stability proxy for thin-file customers.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732520" y="434340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509760" y="43434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30352" y="4709160"/>
            <a:ext cx="11100816" cy="402336"/>
          </a:xfrm>
          <a:prstGeom prst="rect">
            <a:avLst/>
          </a:prstGeom>
          <a:solidFill>
            <a:srgbClr val="F4F6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47457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Recycling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3474720" y="474573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this number reassigned to someone else?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732520" y="474573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509760" y="47457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A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Hosted simulator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1480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Insights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3474720" y="514807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information — quarantined from the verdict.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8732520" y="51480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509760" y="5148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A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Hosted simulator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640080" y="54406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ninth, Device Intelligence, has no Nokia adapter: the sandbox capture returned EVIDENCE_UNAVAILABLE, so the engine returns unavailable rather than inventing a reputation verdict.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ISNAD  ·  THEME 4  ·  CAMARA COVERAGE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REPRODUCIBLE FROM A CLEAN CLONE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one command away.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286000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834640"/>
            <a:ext cx="2916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CAMARA APIs integrated on Nokia Network-as-Code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3400" y="210312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432" y="2286000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2834640"/>
            <a:ext cx="2916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calls to Nokia's hosted simulator — failures included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2103120"/>
            <a:ext cx="3474720" cy="1481328"/>
          </a:xfrm>
          <a:prstGeom prst="roundRect">
            <a:avLst>
              <a:gd name="adj" fmla="val 5556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02752" y="228600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1,310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2834640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English and Arabic browser coverage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3977640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 vs 78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526280"/>
            <a:ext cx="2916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operations against a run-everything pipeline, 13 cases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43400" y="379476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99432" y="3977640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3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0.322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4526280"/>
            <a:ext cx="2916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Uncalibrated policy score on the lead case — not a fraud probability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46720" y="3794760"/>
            <a:ext cx="3474720" cy="1481328"/>
          </a:xfrm>
          <a:prstGeom prst="roundRect">
            <a:avLst>
              <a:gd name="adj" fmla="val 5556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02752" y="397764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6D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Ed25519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4526280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over the exact stored receipt bytes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596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setup  &amp;&amp;  make judge     →     http://127.0.0.1:8010/judge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AAB5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NINE-STEP JUDGE GUIDE AT submission/JUDGE_GUIDE.md  ·  EACH STEP STATES ITS EXPECTED OUTPUT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B886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 AND COMMERCIAL SHAPE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against the thing it prevents.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Merchants &amp; couriers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2257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fake and refused COD orders, and fewer vans sent to nobody.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011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Banks &amp; wallets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232257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 defence at payout and password reset without OTPs, selfies or documents.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46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55701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legitimate SIM replacement gets a step-up, not a decline. A clean signup gets no OTP at all.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3246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inclusion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355701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Thin-file customers assessed on SIM tenure and location stability. Most fraud tools shrink a market; this one grows one.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4805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79145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measurable revenue line for CAMARA, and a recurring reason for merchants to consume network capability.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63640" y="4480560"/>
            <a:ext cx="5257800" cy="1234440"/>
          </a:xfrm>
          <a:prstGeom prst="roundRect">
            <a:avLst>
              <a:gd name="adj" fmla="val 6667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7960" y="46451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B886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engine, two themes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95604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1 — cross-border identity verification — is the same evidence chain with a different hypothesis.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ISNAD  ·  THEME 4  ·  IMPACT &amp; SCALE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C3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HAVE NOT PROVEN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Named, because provenance cuts both ways.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108813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physical handset has completed an operator consent round trip — the flow is contract-tested against a local fake operator, not a real SIM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congestion subscription callback has been delivered; it needs a registered public HTTPS callback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score is uncalibrated. No real fraud outcomes exist to calibrate it against, and we will not invent any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434340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3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demo row is stamped  SIMULATOR · mock fixture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700016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mock receipt is still mock, and the receipt page says so. Mock and Nokia share the interface, the sentence vocabulary and the contract tests — the answers are ours, and they are labelled.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next:  a supported subscriber and a registered HTTPS callback for the operator flow, then a merchant's outcome data to calibrate against.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AAB5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ISNAD  ·  THEME 4  ·  HONEST LIMITS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E5B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إسناد</a:t>
            </a:r>
            <a:pPr indent="0" marL="0">
              <a:buNone/>
            </a:pPr>
            <a:r>
              <a:rPr lang="en-US" sz="34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Isnad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internet never got its isnad.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88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AB5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verdict this engine issues is one.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6583680" cy="1371600"/>
          </a:xfrm>
          <a:prstGeom prst="roundRect">
            <a:avLst>
              <a:gd name="adj" fmla="val 6000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400507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github.com/AhmadShadeed32/isnad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setup &amp;&amp; make judge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39319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Ahmad Shadeed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Yousef Al Masri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ahmadshadeed4321@gmail.com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 Sumaya University for Technology, Amman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AAB5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MENA IGNITE HACKATHON 2026  ·  THEME 4  ·  TEAM ISNAD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Princess Sumaya University for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Isnad — Agentic Network Trust Engine</dc:title>
  <dc:subject>PptxGenJS Presentation</dc:subject>
  <dc:creator>Team Isnad</dc:creator>
  <cp:lastModifiedBy>Team Isnad</cp:lastModifiedBy>
  <cp:revision>1</cp:revision>
  <dcterms:created xsi:type="dcterms:W3CDTF">2026-09-07T08:16:14Z</dcterms:created>
  <dcterms:modified xsi:type="dcterms:W3CDTF">2026-09-07T08:16:14Z</dcterms:modified>
</cp:coreProperties>
</file>